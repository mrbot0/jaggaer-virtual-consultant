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Relationships xmlns="http://schemas.openxmlformats.org/package/2006/relationships"><Relationship Id="rId2" Target="slides/slide1.xml"/><Relationship Id="rId3" Target="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Pr>
            <p:ph type="body"/>
          </p:nvPr>
        </p:nvSpPr>
        <p:txBody>
          <a:p>
            <a:r>
              <a:t>Di solito il secondo livello lo approva il CFO.</a:t>
            </a:r>
          </a:p>
        </p:txBody>
      </p:sp>
    </p:spTree>
  </p:cSld>
</p:notes>
</file>

<file path=ppt/slides/_rels/slide1.xml.rels><Relationships xmlns="http://schemas.openxmlformats.org/package/2006/relationships"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Workflow delle richieste</a:t>
            </a:r>
          </a:p>
        </p:txBody>
      </p:sp>
      <p:sp>
        <p:nvSpPr>
          <p:nvPr/>
        </p:nvSpPr>
        <p:txBody>
          <a:p>
            <a:r>
              <a:t>Le richieste passano per due livelli di approvazione.</a:t>
            </a:r>
          </a:p>
          <a:p>
            <a:r>
              <a:t>Il secondo livello scatta sopra 50.000 EUR.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Cartelle</a:t>
            </a:r>
          </a:p>
        </p:txBody>
      </p:sp>
      <p:sp>
        <p:nvSpPr>
          <p:nvPr/>
        </p:nvSpPr>
        <p:txBody>
          <a:p>
            <a:r>
              <a:t>Ogni attività deposita il documento in una cartella.</a:t>
            </a:r>
          </a:p>
        </p:txBody>
      </p:sp>
    </p:spTree>
  </p:cSld>
</p:sld>
</file>